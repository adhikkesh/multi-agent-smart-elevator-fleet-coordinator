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introduce the team and the one-line idea — every elevator car is an autonomous agent that bids for hall calls, and the system is built and tested as an AIMA multi-agent case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state the problem in plain words, then the four reasons it is hard. End with what we built: a message-driven multi-agent system where each car bids for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'send the nearest car' ignores what a car is already committed to, so cars bunch and upper floors starve. Our measured morning up-peak numbers on 100 test seeds: the full agent system halves the wait.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walk through P, E, A, S for the building as a whole. Stress the multi-objective performance measure: minimising energy alone parks every car; minimising average wait alone starves a floor — so fairness is enforced separately by call aging.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one row per agent. Point out that each agent's sensors are local — nobody sees everything — which is what makes this genuinely multi-agent.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go dimension by dimension with the justification. The two that shape the design: partially observable (bid before you know the destination, replan on boarding) and dynamic (never trust a cached plan across an event).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the examiner's favourite question. Simple reflex for the passenger; model-based for the floor because it must remember how long a call has waited; goal- and utility-based for the car because it searches for a plan and must trade off wait against energy; learning for the traffic monitor; knowledge-based for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formulate the problem exactly as AIMA does — state, actions, transition, cost, goal — then the heuristic and why it is admissible and consistent. A* therefore returns the optimal stop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same 200 random routing problems for all four algorithms. Uninformed BFS ignores cost; UCS is optimal but expands many nodes; greedy is fast but usually wrong; A* is optimal with 39 % fewer expansions than UCS — that is why the cars use A*. Live version in the Algorithm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three more AIMA techniques, each with a job. Simulated annealing re-optimises all assignments every 30 s; hill climbing and minimax with alpha-beta choose where idle cars park; forward chaining fires the safety rules. Each is visible in the Algorithm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Sisr Reddy: one line per tool — why it, and what we rejected. Then setup is two commands: uv sync and uv run elevator serve. uv fetches Python 3.12 itself, so the lab machine's Python version does not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Adhikkesh: agents never call each other's methods — they exchange FIPA-ACL messages and read a public status board. Walk through one Contract Net round on the left, then point at the live Agents page screenshot: the graph and message log are real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Sisr Reddy: this is what the examiners will see live. Shafts and cars animate at 60 FPS; the auction panel shows each bid; faults and fire alarms can be injected from the chaos panel. Then switch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Kavin: nine scenarios, each a YAML file, each run to completion and drained — everyone delivered, zero safety violations. Then the automated tests: correctness properties are asserted over hundreds of seeded random instances, not hand-picked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Akash: 100 paired test seeds per pattern. The full multi-agent system is best overall and best by far at morning up-peak; at evening down-peak simple collective control is competitive — reported honestly. Error bars are 95 %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Sisr Reddy: the engine is independent of the server and UI; everything changeable is YAML; strategies plug in through a registry. The 40-floor, 8-car stress scenario is only a config file and simulates an hour in under 4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Kavin Karthic: our extension beyond the syllabus. A small neural network learned to imitate the A* bid from 1.5 million recorded decisions; it agrees with A* about 90 % of the time, prices a call in 0.19 ms and keeps the same waiting times. The Brain page shows its bids and a 'Why?' explanation live. Optional look-ahead search can override close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Kavin Karthic: summarise against the rubric — PEAS and environment analysis, search and optimisation, tools, multi-agent execution, testing, structure — then invite questions. Each member answers on their own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LiftZero  ·  FOAI case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ARTIFICIAL INTELLIGENCE  ·  CASE STUDY REVIEW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Smart Elevator Fleet Coordinator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80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lift agents that negotiate every hall call — search, optimisation, safety rules and learning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02336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Adhikkesh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CB.SC.U4CSE23101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402336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Sisr Reddy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75888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CB.SC.U4CSE23129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402336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Kavin Karthic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61120" y="402336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62288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Akash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162288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7607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statement: elevator group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344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has N floors and M lift cars. People arrive at unpredictable times, press a hall button, and reveal where they are going only after they board. The system must decide — every second — which car serves which call and in what order, while cars break down, fire alarms sound and traffic changes through the day.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0896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Combinatorial: N cars and k open calls ⇒ N^k possible assignments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Uncertain: arrivals are random; destinations are hidden until boarding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today's assignment changes every car's future route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Safety-critical: doors, capacity, faults and fire recall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6583680" cy="822960"/>
          </a:xfrm>
          <a:prstGeom prst="roundRect">
            <a:avLst>
              <a:gd name="adj" fmla="val 8889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5394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each car is an autonomous agent that bids its own cost in a Contract Net auction; the cheapest credible bid wins.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589520" y="12344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13716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4²⁰ ≈ 10¹²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039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for just 4 cars and 20 open calls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274320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2880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agent types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35478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passenger, floor, elevator, dispatcher, traffic monitor, safety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589520" y="425196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4389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scenarios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0566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peaks, lunch, faults, fire, priority, 40-floor stress test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obvious answer fails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1100" dirty="0"/>
          </a:p>
        </p:txBody>
      </p:sp>
      <p:pic>
        <p:nvPicPr>
          <p:cNvPr id="6" name="Image 0" descr="Morning up-peak average wait for four classical strateg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217920" cy="383696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132320" y="13258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32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car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1645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existing commitments → bunching and starved floors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132320" y="251460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1323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(LOOK)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0" y="2834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one way; never estimates future cost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132320" y="37033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1323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3657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rules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0233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adapt when traffic flips from up-peak to down-peak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13232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4983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−47 % wait vs nearest car (29.9 s vs 56.2 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PEAS formulation — the whole system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 · 3M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499616"/>
            <a:ext cx="640080" cy="64008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4996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38988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1371600"/>
            <a:ext cx="7680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Average, 95th-percentile and maximum wait · ride and system time · % of waits over 60 s · throughput · energy (floors, stops, reversals) · zero safety violations · no starved call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2706624"/>
            <a:ext cx="640080" cy="64008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27066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259689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2578608"/>
            <a:ext cx="7680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multi-storey building: floors with up/down hall buttons and occupancy sensors, shafts, cars, passengers, and the other cars each car competes with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3913632"/>
            <a:ext cx="640080" cy="64008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3913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3803904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7680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motors (up / down / stop) · doors (open / close / hold) · hall lanterns and displays · FIPA-ACL messages on the bus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678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5120640"/>
            <a:ext cx="640080" cy="64008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1645920" y="501091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3749040" y="4992624"/>
            <a:ext cx="7680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encoders · load and door sensors · car and hall buttons · per-floor occupancy sensors · the message inbox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PEAS of every agent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 · 3M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377440"/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wait, ride, 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floor, buttons, arriving cars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button, board, alight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 presence, doors, space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of its callers, no starved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landing, waiting people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 lamps, REQUEST messages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 buttons, occupancy sensor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served cheaply, safe doors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shaft, riders, other cars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motor, doors, PROPOSE bids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position, load, door, buttons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Dispatcher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 wait, fairness, recovery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calls and cars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CFP, ACCEPT/REJECT, parking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REQUEST, PROPOSE, REFUSE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monitor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 demand estimate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arrival stream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 new cost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arrivals per floor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violations, correct 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loads, doors, faults, alarm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recall, hold doors, block calls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door, fault, fire alarm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with justifications: docs/DESIGN.md §2 · also live on the dashboard's Theory page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analysis (AIMA classification)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&amp; Agent · 3M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observable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passenger's destination is private until boarding; each agent sees only its own sensors and inbox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Multi-agent, cooperative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 bid against each other but share one fleet objective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Stochastic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Poisson arrivals and injected faults (reproducible from a seed)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assignment now changes which car is well placed for later calls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keep arriving while agents deliberate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Floors and 1-second ticks, discretised from continuous motion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physics, unknown demand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 and door times are known; arrival rates must be learned online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analysis — why each agent is its type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&amp; Agent · 3M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Passenger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reflex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car is here, doors open, my direction, room → board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reflex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active calls and how long they waited (fairness)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46720" y="12801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Elevator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 + utility-based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for a stop plan; utility trades wait vs energy; bids it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3840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Dispatcher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Utility-based auctioneer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asks, compares bids, awards — never commands a car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9768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monitor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agent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demand estimate, detects the pattern, retunes weights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046720" y="3657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3840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Knowledge-based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forward-chaining rule base (fire recall, overload)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car routing as state-space search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3M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3533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3716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(car floor, direction, set of remaining stops)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2219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22402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one legal next stop (collective control: no backtracking past a stop)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090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cost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651760" y="3108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+ door time, weighted by the people waiting at that stop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95935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39776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stops remaining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223760" y="1280160"/>
            <a:ext cx="4389120" cy="2148840"/>
          </a:xfrm>
          <a:prstGeom prst="roundRect">
            <a:avLst>
              <a:gd name="adj" fmla="val 340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5236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17830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 = Σ wᵢ · travel(car, fᵢ) + energy lower bound of the floor span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2514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lower bounds on disjoint parts of the cost ⇒ h ≤ h* (admissible) and h(n) ≤ c(n,n′) + h(n′) (consistent)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223760" y="3611880"/>
            <a:ext cx="4389120" cy="1554480"/>
          </a:xfrm>
          <a:prstGeom prst="roundRect">
            <a:avLst>
              <a:gd name="adj" fmla="val 4706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45236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52360" y="41148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10 pending stops the car falls back to a LOOK sweep — fast and still legal.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8920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over 200 random instances each: A* cost = UCS cost (optimal), A* never expands more nodes than UCS, h admissible and consistent at every node.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strategy: BFS vs UCS vs Greedy vs A*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3M</a:t>
            </a:r>
            <a:endParaRPr lang="en-US" sz="1100" dirty="0"/>
          </a:p>
        </p:txBody>
      </p:sp>
      <p:pic>
        <p:nvPicPr>
          <p:cNvPr id="6" name="Image 0" descr="Nodes expanded and optimality of BFS, UCS, Greedy and A*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852160" cy="4195763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371600"/>
          <a:ext cx="4846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91440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plans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(uninformed)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+9.2 %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UCS (uninformed)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best-first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+44.9 %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6766560" y="393192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6995160" y="402336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is optimal like UCS but expands 39 % fewer nodes — the heuristic pays for itself.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scripts/search_benchmark.py → reports/search_benchmark_summary.csv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search: optimisation, games and rules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3M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annealing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37744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Re-assigns all open calls every 30 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worse moves with probability e^(−Δ/T) to escape local minima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never worse than its input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128016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search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Minimax + alpha-beta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7744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 idle cars against the worst-case next call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 gives the same value with fewer nodes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alternative for parking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6720" y="128016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Knowledge-based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chaining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37744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rules R1–R7: fire recall, door hold, overload, faults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to a fixed point by salience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traceable to its rule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and package selection, and setup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3M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4688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&amp; env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uv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command installs Python and pinned packages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pip/venv (no interpreter), conda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Mesa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Python agent-based modelling; seeded RNG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SPADE (needs XMPP server), JADE (Java)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+ uvicorn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+ WebSocket streaming,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Flask, Django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+ YAML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scenarios as data, clear errors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hand-written 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TypeScript + Vite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FPS canvas, typed API, fast build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pygame, Streamlit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 + matplotlib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tables and charts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hand-rolled stats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pytest, Vitest, ruff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 tests over seeded instances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(extension)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 → ONNX 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once, run on CPU without 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shipping PyTorch to the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686800" y="1280160"/>
            <a:ext cx="2926080" cy="4480560"/>
          </a:xfrm>
          <a:prstGeom prst="roundRect">
            <a:avLst>
              <a:gd name="adj" fmla="val 2500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915400" y="1417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1874520"/>
            <a:ext cx="2560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sync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Python 3.12 + all packages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elevator serve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dashboard at localhost:8000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451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execution and interaction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· 3M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243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5910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reports a new hall call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1396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48716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broadcasts the call to every car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035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/ REFUSE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3832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 bids its A* marginal cost, or refuses if full or faulty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968496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/ REJECT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2793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bid wins; ties → lowest car id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864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28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17550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updates its route and the board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150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tick: sense → negotiate → decide → act, so every agent works from one consistent snapshot.</a:t>
            </a:r>
            <a:endParaRPr lang="en-US" sz="1300" dirty="0"/>
          </a:p>
        </p:txBody>
      </p:sp>
      <p:pic>
        <p:nvPicPr>
          <p:cNvPr id="27" name="Image 0" descr="Agents page: live multi-agent communication 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992" y="1463040"/>
            <a:ext cx="5888736" cy="420624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5650992" y="1463040"/>
            <a:ext cx="5888736" cy="4206240"/>
          </a:xfrm>
          <a:prstGeom prst="rect">
            <a:avLst/>
          </a:prstGeom>
          <a:ln w="12700">
            <a:solidFill>
              <a:srgbClr val="D5DB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Mission Control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3M</a:t>
            </a:r>
            <a:endParaRPr lang="en-US" sz="1100" dirty="0"/>
          </a:p>
        </p:txBody>
      </p:sp>
      <p:pic>
        <p:nvPicPr>
          <p:cNvPr id="6" name="Image 0" descr="Mission Control: building shafts, cars, KPIs, auction panel and message stre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80960" cy="43205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234440"/>
            <a:ext cx="7680960" cy="4320540"/>
          </a:xfrm>
          <a:prstGeom prst="rect">
            <a:avLst/>
          </a:prstGeom>
          <a:ln w="12700">
            <a:solidFill>
              <a:srgbClr val="D5DBE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503920" y="1280160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0" y="13350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0" y="16642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shafts, cars, doors, KPIs, live auctions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503920" y="2231136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0" y="2286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61518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graph, FIPA-ACL message flow, PEAS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503920" y="3182112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0" y="323697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Lab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35661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UCS / Greedy / A* step-through, SA, minimax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503920" y="4133088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0" y="41879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451713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benchmarks, compare mode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503920" y="5084064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· Story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686800" y="546811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 &amp; environment tables, guided tour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scenarios and automated tests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· 3M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109728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wait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morning_up_peak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lobby rush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/ 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evening_down_peak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to the lobby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 / 164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lunch_two_way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directions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/ 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interfloor_light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mixed traffic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/ 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car_breakdown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 fault +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/ 136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fire_emergency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 recall (rules R1–R3, R7)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 / 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priority_passenger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callers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 / 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stress_scale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floors × 8 cars, 1 hour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 / 377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demo_story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 + fault + fire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 / 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128016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417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451 + 72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(Python + dashboard), all passing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863840" y="274320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92440" y="2880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092440" y="3547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violations — invariants checked every tick of every run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863840" y="4206240"/>
            <a:ext cx="374904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92440" y="4297680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optimisation, safety rules, Contract Net protocol, message passing, whole-run invariants, API, scenarios, determinism.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across traffic patterns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· 3M</a:t>
            </a:r>
            <a:endParaRPr lang="en-US" sz="1100" dirty="0"/>
          </a:p>
        </p:txBody>
      </p:sp>
      <p:pic>
        <p:nvPicPr>
          <p:cNvPr id="6" name="Image 0" descr="Average wait for six strategies in four traffic patter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991" y="1188720"/>
            <a:ext cx="8929538" cy="4343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Up-peak: 29.9 s (full) vs 56.2 s (nearest car)  ·  every scenario delivered everyone  ·  0 safety violations in 7,800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structure and scalability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49840" y="4572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49840" y="4572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1M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533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099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agents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40480" y="128016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23360" y="13533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comms/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7099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bus, status board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3591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planning/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157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UCS / Greedy / A*, routing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840480" y="228600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3360" y="23591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optimization/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27157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SA, hill climbing, minimax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29184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3649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rules/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216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forward-chaining safety rules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840480" y="329184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3360" y="33649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strategies/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7216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dispatch strategies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370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traffic/ · sim/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27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arrivals, headless runs, benchmark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840480" y="429768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4370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 · web/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023360" y="4727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server, React dashboard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src/elevator_mas/ — the engine never imports the server or UI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315200" y="12801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543800" y="14173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4 s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7543800" y="20848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simulate one hour of a 40-floor, 8-car building (stress_scale)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7315200" y="274320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543800" y="2880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YAML only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7543800" y="3547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floors, cars, timings, traffic, faults, strategy — no code change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315200" y="420624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543800" y="4343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Registry</a:t>
            </a:r>
            <a:endParaRPr lang="en-US" sz="3200" dirty="0"/>
          </a:p>
        </p:txBody>
      </p:sp>
      <p:sp>
        <p:nvSpPr>
          <p:cNvPr id="39" name="Text 36"/>
          <p:cNvSpPr txBox="1"/>
          <p:nvPr/>
        </p:nvSpPr>
        <p:spPr>
          <a:xfrm>
            <a:off x="7543800" y="50109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dispatch strategy is one entry; agents unchanged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Extension: LiftZero — a learned bidder</a:t>
            </a:r>
            <a:endParaRPr lang="en-US" sz="3000" dirty="0"/>
          </a:p>
        </p:txBody>
      </p:sp>
      <p:pic>
        <p:nvPicPr>
          <p:cNvPr id="4" name="Image 0" descr="LiftZero Brain page: learned bids, attention and look-ahead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766560" cy="380619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34440"/>
            <a:ext cx="6766560" cy="3806190"/>
          </a:xfrm>
          <a:prstGeom prst="rect">
            <a:avLst/>
          </a:prstGeom>
          <a:ln w="12700">
            <a:solidFill>
              <a:srgbClr val="D5DBE1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680960" y="1234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09560" y="13716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89.9 %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20391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the A* bid on unseen test decisions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680960" y="269748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28346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ms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35021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decision on a laptop CPU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80960" y="416052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4297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49651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within ±5 % of A*'s waiting time (plain Contract Net)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−47 %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 wait vs nearest car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25112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53712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A* optimal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39 % fewer nodes than UCS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924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violations across all scenarios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880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33756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 types with PEAS, communicating only by FIPA-ACL messages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Net auctions with A* bids, annealing, minimax parking, safety rules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dashboard, 9 test scenarios, 523 automated tests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3337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on the real objective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building traffic traces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lobbies and express zones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507492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20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LiftZero: Multi-Agent Smart Elevator Fleet Coordinator</dc:title>
  <dc:subject>FOAI case study review</dc:subject>
  <dc:creator>Adhikkesh, Sisr Reddy, Kavin Karthic, Akash</dc:creator>
  <cp:lastModifiedBy>Adhikkesh, Sisr Reddy, Kavin Karthic, Akash</cp:lastModifiedBy>
  <cp:revision>1</cp:revision>
  <dcterms:created xsi:type="dcterms:W3CDTF">2026-10-05T08:00:30Z</dcterms:created>
  <dcterms:modified xsi:type="dcterms:W3CDTF">2026-10-05T08:00:30Z</dcterms:modified>
</cp:coreProperties>
</file>